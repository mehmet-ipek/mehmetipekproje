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C09776-2A77-3902-F740-5B1211C85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AA60DAA-CBFF-C455-E01F-DCD20582A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387E58-7567-0332-9E2A-4FCA7FDE9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9ACEA25-60DF-2A5E-BFE0-389AF6B9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E6008D-E73E-8FB4-C0F5-AE4A0AD5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562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C83BC1-8F59-FC1A-E1F5-4B219EC0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61B9044-529E-C209-A931-87AC40564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CA94262-CB3F-9C56-7C91-A63AB75F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7DA6350-4E55-3916-043E-2648A9B0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1F9795C-2C96-D2E6-D42F-25D2266C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513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8B9AF2-F981-A076-6422-D6EF956F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7420443-A1B9-7337-F640-4A0A7D0BE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9B2F610-9CBC-4164-0E92-03CEDB96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189E789-5801-274E-0655-931D7FA8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7760414-FA3C-960E-9269-AF774B9C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325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0E5A61-791F-0AFB-39B1-EFF2F9A8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65135F-C0B3-BAAA-ED8D-3872E13D8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8B8667C-6CA8-3A1D-0A3D-7A471293A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0993B65-92EE-1652-C4A3-C54AC5490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9E3369D-F583-9978-3EA4-C6B7FD279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C9BDA60-E0F6-507F-6254-58A427DE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92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1A4752-22FD-F99D-F00E-84BB47C2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87A4AE-94AB-6842-05C7-B0E2E371F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1B0A964-281D-DF95-C96E-57DC72D7E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6454582-8382-0B5A-08E1-312CCA5CA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F065EA5-B2F5-E30A-D732-98EAE751B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3810E05-38F0-A7F1-4CFF-C0F11ECE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AB1A661-A3CF-7825-098F-AD6B8643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5E071EE-45BE-50A0-A387-56EA8ED3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805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2B79C4-98E4-DC3E-6254-8E1B52A2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CE99C54-2A31-FFA1-CB7B-168AF05A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EB53BD9-BD3B-A6E3-FC0C-04C2ED20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25DD21A-2CB0-310E-0B69-7262D96F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181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0AE45BC-435E-7572-4DCB-D6465473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67AC03F9-B130-C347-2B17-D88E5A4A8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3695CB5-6D5D-46C1-AEDA-E87C393C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780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936A4B-0EC2-78D1-E470-918DCA84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A7C7C5-DA41-781E-9796-9C1B5A87D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A2FE6D0-6D97-51D2-04AE-7238989A1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B47FC70-22F6-788A-4FC7-D15B55A7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FE801ED-B084-97D6-8B5C-171646BA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CD3EE94-AAD0-38C1-B1D0-BE2B4848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181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97645B-D03C-B83A-71AF-94E17285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B953DF4-5DFD-66D8-2578-9514CBB6F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C46A2E5-61C4-852C-5568-B75707E9B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B187E86-004E-63E6-BB7B-F8943A12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B308F1F-C5F1-6EFD-BC42-6A78406B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6EC3266-7DDF-E928-0FDA-5AB9DCFB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701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15472F-99F4-3376-1D13-A6F47251A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E264DDC-BE86-6403-5E84-54E682297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A0C1805-7D75-B1ED-963B-5012F4A9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766FAFB-AAD2-FB7F-3441-1C3AF22C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E4DCB12-EA40-50C5-C302-82FEB439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807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CFAA7D1-673C-84AB-602C-325835C78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C9D90AC-56D6-1EC9-BA1C-B0864D794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C2A592-C849-4D1F-B092-4759CA0C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46BA019-AD4C-935C-7C13-0846C2B7A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1C1D3B9-FC3D-D1C3-BD55-FC002290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66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EE17253-EF93-E63E-C418-B53F47B1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8D85152-98A2-F258-5EA1-72805F5F0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34D510F-5A6C-46C8-E88A-B8FBDF2AE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28E54-5582-401B-BAA6-62D7C3C10621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91980F-5C7A-CA6F-326D-9F7A6ADA2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CEF2771-9D92-5624-01F1-AA90346B1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B2107-294E-446A-A3C3-006F4A655E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328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C60B44DB-0F1C-90BF-047C-03CE9581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78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2C7C4037-2027-4BFB-D4FA-A4FA7473C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8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6BA0AE9E-E398-EFFE-2133-A3498D161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56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2C7704F-4E31-76C6-A6C5-105EC14B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1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09CC9A52-5908-BA45-3B90-D6AB9D969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45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7B715EB3-D66B-6A2D-46B4-DA3E4CAE7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4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A885236-D82D-E9F2-30CE-CD5697AA8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4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E306214-0C60-605F-967E-338511267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0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1C8D01B-E978-4DE5-A4D8-300E3E3FC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6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777FF0A-3991-F14D-1C92-937F106C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39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A874D66A-B491-3FC1-7697-BDE6E22B7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44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90CCDF0-94CF-797C-62CA-E0BC26319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5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71A7F447-E840-AD9D-FC3A-F0AB795C0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74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30599E9-D2FD-6553-57FE-3968E6AE6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00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27C16FF-FAD7-1E8A-23B8-DA2376FED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56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AC360EA2-77CA-D879-2818-14BDF2330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3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02E250B-794B-0733-5959-C5CD894F5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92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141DC09-CC02-3978-840F-37D4F4D28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30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4F9C0219-55AC-61EA-EC54-3E3C3C2FE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A6E0D99-B1D8-BD5F-9B02-0D22D6269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23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5D215B41-6FB6-DF13-C34B-3388ED50C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92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0EF4EE1F-AF8A-9556-2695-0E1AE1F5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29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EB9FB5AB-793D-0F08-DA47-68F2B175E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6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47967CB3-7BB9-6DF0-AF9E-7C9348B6A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65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5183CEEF-5756-9DE4-AB94-88F8AFB8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42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A34CC457-CE69-7E79-E587-003C6887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60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Resim 9">
            <a:extLst>
              <a:ext uri="{FF2B5EF4-FFF2-40B4-BE49-F238E27FC236}">
                <a16:creationId xmlns:a16="http://schemas.microsoft.com/office/drawing/2014/main" id="{07FCBE2D-1C79-9467-2893-23D202F0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09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725C44BF-A67B-6824-E06E-259076A92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31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CDBAC8AE-AB86-1C06-5BED-7F900C438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22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283D5918-8B42-695E-9089-17D028FC5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32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Office PowerPoint</Application>
  <PresentationFormat>Geniş ekran</PresentationFormat>
  <Paragraphs>0</Paragraphs>
  <Slides>29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İpek</dc:creator>
  <cp:lastModifiedBy>Mehmet İpek</cp:lastModifiedBy>
  <cp:revision>1</cp:revision>
  <dcterms:created xsi:type="dcterms:W3CDTF">2026-05-01T22:17:37Z</dcterms:created>
  <dcterms:modified xsi:type="dcterms:W3CDTF">2026-05-01T23:37:36Z</dcterms:modified>
</cp:coreProperties>
</file>